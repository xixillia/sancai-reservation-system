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9" r:id="rId9"/>
    <p:sldId id="268" r:id="rId10"/>
    <p:sldId id="267" r:id="rId11"/>
    <p:sldId id="266" r:id="rId12"/>
    <p:sldId id="262" r:id="rId13"/>
    <p:sldId id="263" r:id="rId14"/>
    <p:sldId id="264" r:id="rId15"/>
    <p:sldId id="265" r:id="rId16"/>
  </p:sldIdLst>
  <p:sldSz cx="18288000" cy="10287000"/>
  <p:notesSz cx="6858000" cy="9144000"/>
  <p:embeddedFontLst>
    <p:embeddedFont>
      <p:font typeface="Codec Pro Light" panose="020B0604020202020204" charset="0"/>
      <p:regular r:id="rId17"/>
    </p:embeddedFont>
    <p:embeddedFont>
      <p:font typeface="Codec Pro Ultra-Bold" panose="020B0604020202020204" charset="0"/>
      <p:regular r:id="rId18"/>
    </p:embeddedFont>
    <p:embeddedFont>
      <p:font typeface="Codec Pro Bold" panose="020B0604020202020204" charset="0"/>
      <p:regular r:id="rId19"/>
    </p:embeddedFont>
    <p:embeddedFont>
      <p:font typeface="Codec Pro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96" y="8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9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517113">
            <a:off x="5883917" y="1234359"/>
            <a:ext cx="14781302" cy="8437523"/>
          </a:xfrm>
          <a:custGeom>
            <a:avLst/>
            <a:gdLst/>
            <a:ahLst/>
            <a:cxnLst/>
            <a:rect l="l" t="t" r="r" b="b"/>
            <a:pathLst>
              <a:path w="14781302" h="8437523">
                <a:moveTo>
                  <a:pt x="0" y="0"/>
                </a:moveTo>
                <a:lnTo>
                  <a:pt x="14781301" y="0"/>
                </a:lnTo>
                <a:lnTo>
                  <a:pt x="14781301" y="8437524"/>
                </a:lnTo>
                <a:lnTo>
                  <a:pt x="0" y="8437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5348"/>
            </a:stretch>
          </a:blipFill>
        </p:spPr>
      </p:sp>
      <p:sp>
        <p:nvSpPr>
          <p:cNvPr id="3" name="Freeform 3"/>
          <p:cNvSpPr/>
          <p:nvPr/>
        </p:nvSpPr>
        <p:spPr>
          <a:xfrm rot="-7073236">
            <a:off x="-7114306" y="4625135"/>
            <a:ext cx="14228613" cy="8122035"/>
          </a:xfrm>
          <a:custGeom>
            <a:avLst/>
            <a:gdLst/>
            <a:ahLst/>
            <a:cxnLst/>
            <a:rect l="l" t="t" r="r" b="b"/>
            <a:pathLst>
              <a:path w="14228613" h="8122035">
                <a:moveTo>
                  <a:pt x="0" y="0"/>
                </a:moveTo>
                <a:lnTo>
                  <a:pt x="14228612" y="0"/>
                </a:lnTo>
                <a:lnTo>
                  <a:pt x="14228612" y="8122036"/>
                </a:lnTo>
                <a:lnTo>
                  <a:pt x="0" y="8122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 r="-4534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1028700"/>
            <a:ext cx="2319031" cy="1415093"/>
          </a:xfrm>
          <a:custGeom>
            <a:avLst/>
            <a:gdLst/>
            <a:ahLst/>
            <a:cxnLst/>
            <a:rect l="l" t="t" r="r" b="b"/>
            <a:pathLst>
              <a:path w="2319031" h="1415093">
                <a:moveTo>
                  <a:pt x="0" y="0"/>
                </a:moveTo>
                <a:lnTo>
                  <a:pt x="2319031" y="0"/>
                </a:lnTo>
                <a:lnTo>
                  <a:pt x="2319031" y="1415093"/>
                </a:lnTo>
                <a:lnTo>
                  <a:pt x="0" y="1415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549846" y="4933222"/>
            <a:ext cx="4168868" cy="4168868"/>
            <a:chOff x="0" y="0"/>
            <a:chExt cx="13716000" cy="1371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716000" cy="13716000"/>
            </a:xfrm>
            <a:custGeom>
              <a:avLst/>
              <a:gdLst/>
              <a:ahLst/>
              <a:cxnLst/>
              <a:rect l="l" t="t" r="r" b="b"/>
              <a:pathLst>
                <a:path w="13716000" h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-1470" t="-147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302355" y="8901112"/>
            <a:ext cx="8457083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 b="1">
                <a:solidFill>
                  <a:srgbClr val="0B13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By Xixillia Sunaryo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02355" y="8424216"/>
            <a:ext cx="8457083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>
                <a:solidFill>
                  <a:srgbClr val="0B1320"/>
                </a:solidFill>
                <a:latin typeface="Codec Pro"/>
                <a:ea typeface="Codec Pro"/>
                <a:cs typeface="Codec Pro"/>
                <a:sym typeface="Codec Pro"/>
              </a:rPr>
              <a:t>Online Reservation System for Restaurant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2355" y="5500746"/>
            <a:ext cx="10469350" cy="2597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14"/>
              </a:lnSpc>
            </a:pPr>
            <a:r>
              <a:rPr lang="en-US" sz="11114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Sancai</a:t>
            </a:r>
          </a:p>
          <a:p>
            <a:pPr algn="l">
              <a:lnSpc>
                <a:spcPts val="7851"/>
              </a:lnSpc>
            </a:pPr>
            <a:r>
              <a:rPr lang="en-US" sz="7851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Reservation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517113">
            <a:off x="1350314" y="-5164095"/>
            <a:ext cx="15587372" cy="20615191"/>
          </a:xfrm>
          <a:custGeom>
            <a:avLst/>
            <a:gdLst/>
            <a:ahLst/>
            <a:cxnLst/>
            <a:rect l="l" t="t" r="r" b="b"/>
            <a:pathLst>
              <a:path w="15587372" h="20615191">
                <a:moveTo>
                  <a:pt x="15587372" y="3284292"/>
                </a:moveTo>
                <a:lnTo>
                  <a:pt x="9748630" y="20615190"/>
                </a:lnTo>
                <a:lnTo>
                  <a:pt x="0" y="17330898"/>
                </a:lnTo>
                <a:lnTo>
                  <a:pt x="5838742" y="0"/>
                </a:lnTo>
                <a:lnTo>
                  <a:pt x="15587372" y="3284292"/>
                </a:lnTo>
                <a:close/>
              </a:path>
            </a:pathLst>
          </a:custGeom>
          <a:blipFill>
            <a:blip r:embed="rId2"/>
            <a:stretch>
              <a:fillRect l="-65846" r="-17091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859228"/>
            <a:ext cx="16230600" cy="8568545"/>
            <a:chOff x="0" y="0"/>
            <a:chExt cx="1720256" cy="9081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0256" cy="908167"/>
            </a:xfrm>
            <a:custGeom>
              <a:avLst/>
              <a:gdLst/>
              <a:ahLst/>
              <a:cxnLst/>
              <a:rect l="l" t="t" r="r" b="b"/>
              <a:pathLst>
                <a:path w="1720256" h="908167">
                  <a:moveTo>
                    <a:pt x="2981" y="0"/>
                  </a:moveTo>
                  <a:lnTo>
                    <a:pt x="1717275" y="0"/>
                  </a:lnTo>
                  <a:cubicBezTo>
                    <a:pt x="1718065" y="0"/>
                    <a:pt x="1718824" y="314"/>
                    <a:pt x="1719383" y="873"/>
                  </a:cubicBezTo>
                  <a:cubicBezTo>
                    <a:pt x="1719942" y="1432"/>
                    <a:pt x="1720256" y="2191"/>
                    <a:pt x="1720256" y="2981"/>
                  </a:cubicBezTo>
                  <a:lnTo>
                    <a:pt x="1720256" y="905186"/>
                  </a:lnTo>
                  <a:cubicBezTo>
                    <a:pt x="1720256" y="905976"/>
                    <a:pt x="1719942" y="906734"/>
                    <a:pt x="1719383" y="907294"/>
                  </a:cubicBezTo>
                  <a:cubicBezTo>
                    <a:pt x="1718824" y="907853"/>
                    <a:pt x="1718065" y="908167"/>
                    <a:pt x="1717275" y="908167"/>
                  </a:cubicBezTo>
                  <a:lnTo>
                    <a:pt x="2981" y="908167"/>
                  </a:lnTo>
                  <a:cubicBezTo>
                    <a:pt x="2191" y="908167"/>
                    <a:pt x="1432" y="907853"/>
                    <a:pt x="873" y="907294"/>
                  </a:cubicBezTo>
                  <a:cubicBezTo>
                    <a:pt x="314" y="906734"/>
                    <a:pt x="0" y="905976"/>
                    <a:pt x="0" y="905186"/>
                  </a:cubicBezTo>
                  <a:lnTo>
                    <a:pt x="0" y="2981"/>
                  </a:lnTo>
                  <a:cubicBezTo>
                    <a:pt x="0" y="2191"/>
                    <a:pt x="314" y="1432"/>
                    <a:pt x="873" y="873"/>
                  </a:cubicBezTo>
                  <a:cubicBezTo>
                    <a:pt x="1432" y="314"/>
                    <a:pt x="2191" y="0"/>
                    <a:pt x="298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20256" cy="9462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47589" y="1737879"/>
            <a:ext cx="6265343" cy="6811242"/>
            <a:chOff x="0" y="0"/>
            <a:chExt cx="970666" cy="10552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0666" cy="1055240"/>
            </a:xfrm>
            <a:custGeom>
              <a:avLst/>
              <a:gdLst/>
              <a:ahLst/>
              <a:cxnLst/>
              <a:rect l="l" t="t" r="r" b="b"/>
              <a:pathLst>
                <a:path w="970666" h="1055240">
                  <a:moveTo>
                    <a:pt x="0" y="0"/>
                  </a:moveTo>
                  <a:lnTo>
                    <a:pt x="970666" y="0"/>
                  </a:lnTo>
                  <a:lnTo>
                    <a:pt x="970666" y="1055240"/>
                  </a:lnTo>
                  <a:lnTo>
                    <a:pt x="0" y="1055240"/>
                  </a:lnTo>
                  <a:close/>
                </a:path>
              </a:pathLst>
            </a:custGeom>
            <a:blipFill>
              <a:blip r:embed="rId3"/>
              <a:stretch>
                <a:fillRect l="-22387" r="-22387"/>
              </a:stretch>
            </a:blipFill>
          </p:spPr>
        </p:sp>
      </p:grpSp>
      <p:sp>
        <p:nvSpPr>
          <p:cNvPr id="8" name="AutoShape 8"/>
          <p:cNvSpPr/>
          <p:nvPr/>
        </p:nvSpPr>
        <p:spPr>
          <a:xfrm>
            <a:off x="10294773" y="4539562"/>
            <a:ext cx="4170280" cy="0"/>
          </a:xfrm>
          <a:prstGeom prst="line">
            <a:avLst/>
          </a:prstGeom>
          <a:ln w="28575" cap="flat">
            <a:solidFill>
              <a:srgbClr val="CDDA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V="1">
            <a:off x="10294773" y="5849080"/>
            <a:ext cx="4170280" cy="0"/>
          </a:xfrm>
          <a:prstGeom prst="line">
            <a:avLst/>
          </a:prstGeom>
          <a:ln w="28575" cap="flat">
            <a:solidFill>
              <a:srgbClr val="CDDA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0294773" y="7158598"/>
            <a:ext cx="4170280" cy="0"/>
          </a:xfrm>
          <a:prstGeom prst="line">
            <a:avLst/>
          </a:prstGeom>
          <a:ln w="28575" cap="flat">
            <a:solidFill>
              <a:srgbClr val="CDDA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9077325" y="2152940"/>
            <a:ext cx="7486517" cy="1078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94773" y="3842371"/>
            <a:ext cx="2891923" cy="383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429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Manual Booking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77325" y="3590352"/>
            <a:ext cx="1217448" cy="91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04"/>
              </a:lnSpc>
            </a:pPr>
            <a:r>
              <a:rPr lang="en-US" sz="6104">
                <a:solidFill>
                  <a:srgbClr val="C10404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94773" y="6335440"/>
            <a:ext cx="4393485" cy="38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31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Double Booking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77325" y="6082399"/>
            <a:ext cx="1217448" cy="91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04"/>
              </a:lnSpc>
              <a:spcBef>
                <a:spcPct val="0"/>
              </a:spcBef>
            </a:pPr>
            <a:r>
              <a:rPr lang="en-US" sz="6104" u="none" strike="noStrike">
                <a:solidFill>
                  <a:srgbClr val="C10404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03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94773" y="5088386"/>
            <a:ext cx="4393485" cy="38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31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Chat lama dibalas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77325" y="4836375"/>
            <a:ext cx="1217448" cy="91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04"/>
              </a:lnSpc>
              <a:spcBef>
                <a:spcPct val="0"/>
              </a:spcBef>
            </a:pPr>
            <a:r>
              <a:rPr lang="en-US" sz="6104" u="none" strike="noStrike">
                <a:solidFill>
                  <a:srgbClr val="C10404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94773" y="7581463"/>
            <a:ext cx="4393485" cy="38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4"/>
              </a:lnSpc>
            </a:pPr>
            <a:r>
              <a:rPr lang="en-US" sz="2431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Peak Hour Chaos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77325" y="7328423"/>
            <a:ext cx="1217448" cy="91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104"/>
              </a:lnSpc>
              <a:spcBef>
                <a:spcPct val="0"/>
              </a:spcBef>
            </a:pPr>
            <a:r>
              <a:rPr lang="en-US" sz="6104" u="none" strike="noStrike">
                <a:solidFill>
                  <a:srgbClr val="C10404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980582" y="3344045"/>
            <a:ext cx="5465527" cy="0"/>
          </a:xfrm>
          <a:prstGeom prst="line">
            <a:avLst/>
          </a:prstGeom>
          <a:ln w="38100" cap="flat">
            <a:solidFill>
              <a:srgbClr val="CDDA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10980582" y="5060285"/>
            <a:ext cx="5465527" cy="0"/>
          </a:xfrm>
          <a:prstGeom prst="line">
            <a:avLst/>
          </a:prstGeom>
          <a:ln w="38100" cap="flat">
            <a:solidFill>
              <a:srgbClr val="CDDA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10980582" y="6776526"/>
            <a:ext cx="5465527" cy="0"/>
          </a:xfrm>
          <a:prstGeom prst="line">
            <a:avLst/>
          </a:prstGeom>
          <a:ln w="38100" cap="flat">
            <a:solidFill>
              <a:srgbClr val="CDDA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0150190" y="1814799"/>
            <a:ext cx="0" cy="6657401"/>
          </a:xfrm>
          <a:prstGeom prst="line">
            <a:avLst/>
          </a:prstGeom>
          <a:ln w="38100" cap="flat">
            <a:solidFill>
              <a:srgbClr val="C1040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 rot="5408512">
            <a:off x="9937971" y="2470023"/>
            <a:ext cx="386338" cy="386338"/>
          </a:xfrm>
          <a:custGeom>
            <a:avLst/>
            <a:gdLst/>
            <a:ahLst/>
            <a:cxnLst/>
            <a:rect l="l" t="t" r="r" b="b"/>
            <a:pathLst>
              <a:path w="386338" h="386338">
                <a:moveTo>
                  <a:pt x="0" y="0"/>
                </a:moveTo>
                <a:lnTo>
                  <a:pt x="386338" y="0"/>
                </a:lnTo>
                <a:lnTo>
                  <a:pt x="386338" y="386338"/>
                </a:lnTo>
                <a:lnTo>
                  <a:pt x="0" y="386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980582" y="2492984"/>
            <a:ext cx="3790125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Customer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80582" y="5760385"/>
            <a:ext cx="3790125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80582" y="4126010"/>
            <a:ext cx="3790125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Web/API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80582" y="7393411"/>
            <a:ext cx="3790125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Staff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8080" y="4613910"/>
            <a:ext cx="6108624" cy="1078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Solution</a:t>
            </a:r>
          </a:p>
        </p:txBody>
      </p:sp>
      <p:sp>
        <p:nvSpPr>
          <p:cNvPr id="12" name="Freeform 12"/>
          <p:cNvSpPr/>
          <p:nvPr/>
        </p:nvSpPr>
        <p:spPr>
          <a:xfrm rot="5408512">
            <a:off x="9937971" y="4090798"/>
            <a:ext cx="386338" cy="386338"/>
          </a:xfrm>
          <a:custGeom>
            <a:avLst/>
            <a:gdLst/>
            <a:ahLst/>
            <a:cxnLst/>
            <a:rect l="l" t="t" r="r" b="b"/>
            <a:pathLst>
              <a:path w="386338" h="386338">
                <a:moveTo>
                  <a:pt x="0" y="0"/>
                </a:moveTo>
                <a:lnTo>
                  <a:pt x="386338" y="0"/>
                </a:lnTo>
                <a:lnTo>
                  <a:pt x="386338" y="386339"/>
                </a:lnTo>
                <a:lnTo>
                  <a:pt x="0" y="386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8512">
            <a:off x="9937971" y="5711574"/>
            <a:ext cx="386338" cy="386338"/>
          </a:xfrm>
          <a:custGeom>
            <a:avLst/>
            <a:gdLst/>
            <a:ahLst/>
            <a:cxnLst/>
            <a:rect l="l" t="t" r="r" b="b"/>
            <a:pathLst>
              <a:path w="386338" h="386338">
                <a:moveTo>
                  <a:pt x="0" y="0"/>
                </a:moveTo>
                <a:lnTo>
                  <a:pt x="386338" y="0"/>
                </a:lnTo>
                <a:lnTo>
                  <a:pt x="386338" y="386339"/>
                </a:lnTo>
                <a:lnTo>
                  <a:pt x="0" y="386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5408512">
            <a:off x="9937971" y="7332350"/>
            <a:ext cx="386338" cy="386338"/>
          </a:xfrm>
          <a:custGeom>
            <a:avLst/>
            <a:gdLst/>
            <a:ahLst/>
            <a:cxnLst/>
            <a:rect l="l" t="t" r="r" b="b"/>
            <a:pathLst>
              <a:path w="386338" h="386338">
                <a:moveTo>
                  <a:pt x="0" y="0"/>
                </a:moveTo>
                <a:lnTo>
                  <a:pt x="386338" y="0"/>
                </a:lnTo>
                <a:lnTo>
                  <a:pt x="386338" y="386338"/>
                </a:lnTo>
                <a:lnTo>
                  <a:pt x="0" y="386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08080" y="5823652"/>
            <a:ext cx="7028807" cy="408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4"/>
              </a:lnSpc>
            </a:pPr>
            <a:r>
              <a:rPr lang="en-US" sz="2576">
                <a:solidFill>
                  <a:srgbClr val="0B1320"/>
                </a:solidFill>
                <a:latin typeface="Codec Pro"/>
                <a:ea typeface="Codec Pro"/>
                <a:cs typeface="Codec Pro"/>
                <a:sym typeface="Codec Pro"/>
              </a:rPr>
              <a:t>Automated • Online • Real-time • Centralized</a:t>
            </a:r>
          </a:p>
        </p:txBody>
      </p:sp>
      <p:sp>
        <p:nvSpPr>
          <p:cNvPr id="16" name="Freeform 16"/>
          <p:cNvSpPr/>
          <p:nvPr/>
        </p:nvSpPr>
        <p:spPr>
          <a:xfrm rot="-10658011">
            <a:off x="14569964" y="8348173"/>
            <a:ext cx="24289370" cy="9539098"/>
          </a:xfrm>
          <a:custGeom>
            <a:avLst/>
            <a:gdLst/>
            <a:ahLst/>
            <a:cxnLst/>
            <a:rect l="l" t="t" r="r" b="b"/>
            <a:pathLst>
              <a:path w="24289370" h="9539098">
                <a:moveTo>
                  <a:pt x="0" y="0"/>
                </a:moveTo>
                <a:lnTo>
                  <a:pt x="24289370" y="0"/>
                </a:lnTo>
                <a:lnTo>
                  <a:pt x="24289370" y="9539099"/>
                </a:lnTo>
                <a:lnTo>
                  <a:pt x="0" y="95390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000"/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2700000">
            <a:off x="-10686120" y="-8710047"/>
            <a:ext cx="24289370" cy="9539098"/>
          </a:xfrm>
          <a:custGeom>
            <a:avLst/>
            <a:gdLst/>
            <a:ahLst/>
            <a:cxnLst/>
            <a:rect l="l" t="t" r="r" b="b"/>
            <a:pathLst>
              <a:path w="24289370" h="9539098">
                <a:moveTo>
                  <a:pt x="0" y="0"/>
                </a:moveTo>
                <a:lnTo>
                  <a:pt x="24289370" y="0"/>
                </a:lnTo>
                <a:lnTo>
                  <a:pt x="24289370" y="9539099"/>
                </a:lnTo>
                <a:lnTo>
                  <a:pt x="0" y="95390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7491" y="2929838"/>
            <a:ext cx="4744686" cy="3010791"/>
            <a:chOff x="0" y="0"/>
            <a:chExt cx="1249629" cy="792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49629" cy="792966"/>
            </a:xfrm>
            <a:custGeom>
              <a:avLst/>
              <a:gdLst/>
              <a:ahLst/>
              <a:cxnLst/>
              <a:rect l="l" t="t" r="r" b="b"/>
              <a:pathLst>
                <a:path w="1249629" h="792966">
                  <a:moveTo>
                    <a:pt x="0" y="0"/>
                  </a:moveTo>
                  <a:lnTo>
                    <a:pt x="1249629" y="0"/>
                  </a:lnTo>
                  <a:lnTo>
                    <a:pt x="1249629" y="792966"/>
                  </a:lnTo>
                  <a:lnTo>
                    <a:pt x="0" y="792966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249629" cy="812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37964" y="4007878"/>
            <a:ext cx="2573733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Online Reservations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87491" y="6102730"/>
            <a:ext cx="4744686" cy="3010791"/>
            <a:chOff x="0" y="0"/>
            <a:chExt cx="1249629" cy="7929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49629" cy="792966"/>
            </a:xfrm>
            <a:custGeom>
              <a:avLst/>
              <a:gdLst/>
              <a:ahLst/>
              <a:cxnLst/>
              <a:rect l="l" t="t" r="r" b="b"/>
              <a:pathLst>
                <a:path w="1249629" h="792966">
                  <a:moveTo>
                    <a:pt x="0" y="0"/>
                  </a:moveTo>
                  <a:lnTo>
                    <a:pt x="1249629" y="0"/>
                  </a:lnTo>
                  <a:lnTo>
                    <a:pt x="1249629" y="792966"/>
                  </a:lnTo>
                  <a:lnTo>
                    <a:pt x="0" y="792966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249629" cy="812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376663" y="7180770"/>
            <a:ext cx="2573733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Status Reservasi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683821" y="2929838"/>
            <a:ext cx="4744686" cy="3010791"/>
            <a:chOff x="0" y="0"/>
            <a:chExt cx="1249629" cy="79296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9629" cy="792966"/>
            </a:xfrm>
            <a:custGeom>
              <a:avLst/>
              <a:gdLst/>
              <a:ahLst/>
              <a:cxnLst/>
              <a:rect l="l" t="t" r="r" b="b"/>
              <a:pathLst>
                <a:path w="1249629" h="792966">
                  <a:moveTo>
                    <a:pt x="0" y="0"/>
                  </a:moveTo>
                  <a:lnTo>
                    <a:pt x="1249629" y="0"/>
                  </a:lnTo>
                  <a:lnTo>
                    <a:pt x="1249629" y="792966"/>
                  </a:lnTo>
                  <a:lnTo>
                    <a:pt x="0" y="792966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249629" cy="812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83821" y="6102730"/>
            <a:ext cx="4744686" cy="3010791"/>
            <a:chOff x="0" y="0"/>
            <a:chExt cx="1249629" cy="79296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49629" cy="792966"/>
            </a:xfrm>
            <a:custGeom>
              <a:avLst/>
              <a:gdLst/>
              <a:ahLst/>
              <a:cxnLst/>
              <a:rect l="l" t="t" r="r" b="b"/>
              <a:pathLst>
                <a:path w="1249629" h="792966">
                  <a:moveTo>
                    <a:pt x="0" y="0"/>
                  </a:moveTo>
                  <a:lnTo>
                    <a:pt x="1249629" y="0"/>
                  </a:lnTo>
                  <a:lnTo>
                    <a:pt x="1249629" y="792966"/>
                  </a:lnTo>
                  <a:lnTo>
                    <a:pt x="0" y="792966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249629" cy="812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80151" y="2929838"/>
            <a:ext cx="4744686" cy="3010791"/>
            <a:chOff x="0" y="0"/>
            <a:chExt cx="1249629" cy="79296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49629" cy="792966"/>
            </a:xfrm>
            <a:custGeom>
              <a:avLst/>
              <a:gdLst/>
              <a:ahLst/>
              <a:cxnLst/>
              <a:rect l="l" t="t" r="r" b="b"/>
              <a:pathLst>
                <a:path w="1249629" h="792966">
                  <a:moveTo>
                    <a:pt x="0" y="0"/>
                  </a:moveTo>
                  <a:lnTo>
                    <a:pt x="1249629" y="0"/>
                  </a:lnTo>
                  <a:lnTo>
                    <a:pt x="1249629" y="792966"/>
                  </a:lnTo>
                  <a:lnTo>
                    <a:pt x="0" y="792966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249629" cy="812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880151" y="6102730"/>
            <a:ext cx="4744686" cy="3010791"/>
            <a:chOff x="0" y="0"/>
            <a:chExt cx="1249629" cy="79296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49629" cy="792966"/>
            </a:xfrm>
            <a:custGeom>
              <a:avLst/>
              <a:gdLst/>
              <a:ahLst/>
              <a:cxnLst/>
              <a:rect l="l" t="t" r="r" b="b"/>
              <a:pathLst>
                <a:path w="1249629" h="792966">
                  <a:moveTo>
                    <a:pt x="0" y="0"/>
                  </a:moveTo>
                  <a:lnTo>
                    <a:pt x="1249629" y="0"/>
                  </a:lnTo>
                  <a:lnTo>
                    <a:pt x="1249629" y="792966"/>
                  </a:lnTo>
                  <a:lnTo>
                    <a:pt x="0" y="792966"/>
                  </a:lnTo>
                  <a:close/>
                </a:path>
              </a:pathLst>
            </a:custGeom>
            <a:solidFill>
              <a:srgbClr val="F3F5F8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249629" cy="812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989013" y="7005125"/>
            <a:ext cx="1083201" cy="1015501"/>
          </a:xfrm>
          <a:custGeom>
            <a:avLst/>
            <a:gdLst/>
            <a:ahLst/>
            <a:cxnLst/>
            <a:rect l="l" t="t" r="r" b="b"/>
            <a:pathLst>
              <a:path w="1083201" h="1015501">
                <a:moveTo>
                  <a:pt x="0" y="0"/>
                </a:moveTo>
                <a:lnTo>
                  <a:pt x="1083201" y="0"/>
                </a:lnTo>
                <a:lnTo>
                  <a:pt x="1083201" y="1015501"/>
                </a:lnTo>
                <a:lnTo>
                  <a:pt x="0" y="1015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102579" y="4078802"/>
            <a:ext cx="1294283" cy="731270"/>
          </a:xfrm>
          <a:custGeom>
            <a:avLst/>
            <a:gdLst/>
            <a:ahLst/>
            <a:cxnLst/>
            <a:rect l="l" t="t" r="r" b="b"/>
            <a:pathLst>
              <a:path w="1294283" h="731270">
                <a:moveTo>
                  <a:pt x="0" y="0"/>
                </a:moveTo>
                <a:lnTo>
                  <a:pt x="1294283" y="0"/>
                </a:lnTo>
                <a:lnTo>
                  <a:pt x="1294283" y="731270"/>
                </a:lnTo>
                <a:lnTo>
                  <a:pt x="0" y="731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7102579" y="6963790"/>
            <a:ext cx="1098170" cy="1098170"/>
          </a:xfrm>
          <a:custGeom>
            <a:avLst/>
            <a:gdLst/>
            <a:ahLst/>
            <a:cxnLst/>
            <a:rect l="l" t="t" r="r" b="b"/>
            <a:pathLst>
              <a:path w="1098170" h="1098170">
                <a:moveTo>
                  <a:pt x="0" y="0"/>
                </a:moveTo>
                <a:lnTo>
                  <a:pt x="1098170" y="0"/>
                </a:lnTo>
                <a:lnTo>
                  <a:pt x="1098170" y="1098171"/>
                </a:lnTo>
                <a:lnTo>
                  <a:pt x="0" y="10981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2465805" y="3747455"/>
            <a:ext cx="976645" cy="1375556"/>
          </a:xfrm>
          <a:custGeom>
            <a:avLst/>
            <a:gdLst/>
            <a:ahLst/>
            <a:cxnLst/>
            <a:rect l="l" t="t" r="r" b="b"/>
            <a:pathLst>
              <a:path w="976645" h="1375556">
                <a:moveTo>
                  <a:pt x="0" y="0"/>
                </a:moveTo>
                <a:lnTo>
                  <a:pt x="976645" y="0"/>
                </a:lnTo>
                <a:lnTo>
                  <a:pt x="976645" y="1375556"/>
                </a:lnTo>
                <a:lnTo>
                  <a:pt x="0" y="13755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2465805" y="7029863"/>
            <a:ext cx="1197050" cy="1038441"/>
          </a:xfrm>
          <a:custGeom>
            <a:avLst/>
            <a:gdLst/>
            <a:ahLst/>
            <a:cxnLst/>
            <a:rect l="l" t="t" r="r" b="b"/>
            <a:pathLst>
              <a:path w="1197050" h="1038441">
                <a:moveTo>
                  <a:pt x="0" y="0"/>
                </a:moveTo>
                <a:lnTo>
                  <a:pt x="1197050" y="0"/>
                </a:lnTo>
                <a:lnTo>
                  <a:pt x="1197050" y="1038441"/>
                </a:lnTo>
                <a:lnTo>
                  <a:pt x="0" y="10384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989013" y="3824670"/>
            <a:ext cx="1083201" cy="1307030"/>
          </a:xfrm>
          <a:custGeom>
            <a:avLst/>
            <a:gdLst/>
            <a:ahLst/>
            <a:cxnLst/>
            <a:rect l="l" t="t" r="r" b="b"/>
            <a:pathLst>
              <a:path w="1083201" h="1307030">
                <a:moveTo>
                  <a:pt x="0" y="0"/>
                </a:moveTo>
                <a:lnTo>
                  <a:pt x="1083201" y="0"/>
                </a:lnTo>
                <a:lnTo>
                  <a:pt x="1083201" y="1307031"/>
                </a:lnTo>
                <a:lnTo>
                  <a:pt x="0" y="13070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3900980" y="7457083"/>
            <a:ext cx="2573733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API Docs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49218" y="4059752"/>
            <a:ext cx="2573733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Table Availability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72608" y="7261821"/>
            <a:ext cx="2573733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Secure Auth</a:t>
            </a:r>
          </a:p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(JWT)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900980" y="4284191"/>
            <a:ext cx="2573733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Menu &amp; Order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87491" y="1327147"/>
            <a:ext cx="10128823" cy="1078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Main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219319" y="68582"/>
            <a:ext cx="21096682" cy="10538022"/>
            <a:chOff x="0" y="0"/>
            <a:chExt cx="2288640" cy="1143201"/>
          </a:xfrm>
        </p:grpSpPr>
        <p:sp>
          <p:nvSpPr>
            <p:cNvPr id="3" name="Freeform 3"/>
            <p:cNvSpPr/>
            <p:nvPr/>
          </p:nvSpPr>
          <p:spPr>
            <a:xfrm rot="-6517113">
              <a:off x="237292" y="-695324"/>
              <a:ext cx="1814057" cy="2533849"/>
            </a:xfrm>
            <a:custGeom>
              <a:avLst/>
              <a:gdLst/>
              <a:ahLst/>
              <a:cxnLst/>
              <a:rect l="l" t="t" r="r" b="b"/>
              <a:pathLst>
                <a:path w="1814057" h="2533849">
                  <a:moveTo>
                    <a:pt x="1814056" y="364985"/>
                  </a:moveTo>
                  <a:lnTo>
                    <a:pt x="1083371" y="2533849"/>
                  </a:lnTo>
                  <a:lnTo>
                    <a:pt x="0" y="2168864"/>
                  </a:lnTo>
                  <a:lnTo>
                    <a:pt x="730685" y="0"/>
                  </a:lnTo>
                  <a:close/>
                </a:path>
              </a:pathLst>
            </a:custGeom>
            <a:blipFill>
              <a:blip r:embed="rId2">
                <a:alphaModFix amt="69000"/>
              </a:blip>
              <a:stretch>
                <a:fillRect l="-61645" r="-19401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1436963" y="-167204"/>
            <a:ext cx="21096682" cy="10538022"/>
            <a:chOff x="0" y="0"/>
            <a:chExt cx="2288640" cy="1143201"/>
          </a:xfrm>
        </p:grpSpPr>
        <p:sp>
          <p:nvSpPr>
            <p:cNvPr id="5" name="Freeform 5"/>
            <p:cNvSpPr/>
            <p:nvPr/>
          </p:nvSpPr>
          <p:spPr>
            <a:xfrm rot="-6517113">
              <a:off x="237292" y="-695324"/>
              <a:ext cx="1814057" cy="2533849"/>
            </a:xfrm>
            <a:custGeom>
              <a:avLst/>
              <a:gdLst/>
              <a:ahLst/>
              <a:cxnLst/>
              <a:rect l="l" t="t" r="r" b="b"/>
              <a:pathLst>
                <a:path w="1814057" h="2533849">
                  <a:moveTo>
                    <a:pt x="1814056" y="364985"/>
                  </a:moveTo>
                  <a:lnTo>
                    <a:pt x="1083371" y="2533849"/>
                  </a:lnTo>
                  <a:lnTo>
                    <a:pt x="0" y="2168864"/>
                  </a:lnTo>
                  <a:lnTo>
                    <a:pt x="730685" y="0"/>
                  </a:lnTo>
                  <a:close/>
                </a:path>
              </a:pathLst>
            </a:custGeom>
            <a:blipFill>
              <a:blip r:embed="rId2">
                <a:alphaModFix amt="69000"/>
              </a:blip>
              <a:stretch>
                <a:fillRect l="-61645" r="-19401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971572" y="2641040"/>
            <a:ext cx="14279612" cy="6993018"/>
            <a:chOff x="0" y="0"/>
            <a:chExt cx="3760885" cy="18417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60886" cy="1841783"/>
            </a:xfrm>
            <a:custGeom>
              <a:avLst/>
              <a:gdLst/>
              <a:ahLst/>
              <a:cxnLst/>
              <a:rect l="l" t="t" r="r" b="b"/>
              <a:pathLst>
                <a:path w="3760886" h="1841783">
                  <a:moveTo>
                    <a:pt x="0" y="0"/>
                  </a:moveTo>
                  <a:lnTo>
                    <a:pt x="3760886" y="0"/>
                  </a:lnTo>
                  <a:lnTo>
                    <a:pt x="3760886" y="1841783"/>
                  </a:lnTo>
                  <a:lnTo>
                    <a:pt x="0" y="184178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3760885" cy="18608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752089" y="3496711"/>
            <a:ext cx="8718578" cy="5637764"/>
          </a:xfrm>
          <a:custGeom>
            <a:avLst/>
            <a:gdLst/>
            <a:ahLst/>
            <a:cxnLst/>
            <a:rect l="l" t="t" r="r" b="b"/>
            <a:pathLst>
              <a:path w="8718578" h="5637764">
                <a:moveTo>
                  <a:pt x="0" y="0"/>
                </a:moveTo>
                <a:lnTo>
                  <a:pt x="8718578" y="0"/>
                </a:lnTo>
                <a:lnTo>
                  <a:pt x="8718578" y="5637764"/>
                </a:lnTo>
                <a:lnTo>
                  <a:pt x="0" y="5637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400742" y="1047750"/>
            <a:ext cx="7486517" cy="1078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7200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Database (ERD)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47774" y="8408263"/>
            <a:ext cx="3168727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Login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49160" y="8022412"/>
            <a:ext cx="4842639" cy="1235888"/>
            <a:chOff x="0" y="0"/>
            <a:chExt cx="6456852" cy="164785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806562" cy="1647851"/>
              <a:chOff x="0" y="0"/>
              <a:chExt cx="812800" cy="23066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23066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0665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0665"/>
                    </a:lnTo>
                    <a:lnTo>
                      <a:pt x="0" y="230665"/>
                    </a:lnTo>
                    <a:close/>
                  </a:path>
                </a:pathLst>
              </a:custGeom>
              <a:solidFill>
                <a:srgbClr val="C10404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19050"/>
                <a:ext cx="812800" cy="2497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94826" y="453050"/>
              <a:ext cx="5962026" cy="713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25"/>
                </a:lnSpc>
                <a:spcBef>
                  <a:spcPct val="0"/>
                </a:spcBef>
              </a:pPr>
              <a:r>
                <a:rPr lang="en-US" sz="3386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Flow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658425" y="8408263"/>
            <a:ext cx="2716848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JWT</a:t>
            </a:r>
          </a:p>
        </p:txBody>
      </p:sp>
      <p:sp>
        <p:nvSpPr>
          <p:cNvPr id="9" name="Freeform 9"/>
          <p:cNvSpPr/>
          <p:nvPr/>
        </p:nvSpPr>
        <p:spPr>
          <a:xfrm rot="9593">
            <a:off x="8946056" y="8379437"/>
            <a:ext cx="521838" cy="521838"/>
          </a:xfrm>
          <a:custGeom>
            <a:avLst/>
            <a:gdLst/>
            <a:ahLst/>
            <a:cxnLst/>
            <a:rect l="l" t="t" r="r" b="b"/>
            <a:pathLst>
              <a:path w="521838" h="521838">
                <a:moveTo>
                  <a:pt x="0" y="0"/>
                </a:moveTo>
                <a:lnTo>
                  <a:pt x="521838" y="0"/>
                </a:lnTo>
                <a:lnTo>
                  <a:pt x="521838" y="521838"/>
                </a:lnTo>
                <a:lnTo>
                  <a:pt x="0" y="5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9593">
            <a:off x="12474728" y="8379437"/>
            <a:ext cx="521838" cy="521838"/>
          </a:xfrm>
          <a:custGeom>
            <a:avLst/>
            <a:gdLst/>
            <a:ahLst/>
            <a:cxnLst/>
            <a:rect l="l" t="t" r="r" b="b"/>
            <a:pathLst>
              <a:path w="521838" h="521838">
                <a:moveTo>
                  <a:pt x="0" y="0"/>
                </a:moveTo>
                <a:lnTo>
                  <a:pt x="521838" y="0"/>
                </a:lnTo>
                <a:lnTo>
                  <a:pt x="521838" y="521838"/>
                </a:lnTo>
                <a:lnTo>
                  <a:pt x="0" y="5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87491" y="1327147"/>
            <a:ext cx="9208615" cy="933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Users API</a:t>
            </a:r>
            <a:endParaRPr lang="en-US" sz="7200" b="1" dirty="0">
              <a:solidFill>
                <a:srgbClr val="1C191A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964680" y="8408263"/>
            <a:ext cx="2579319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Access API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160" y="3238500"/>
            <a:ext cx="15730701" cy="28836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47774" y="8408263"/>
            <a:ext cx="3168727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Login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49160" y="8022412"/>
            <a:ext cx="4842639" cy="1235888"/>
            <a:chOff x="0" y="0"/>
            <a:chExt cx="6456852" cy="164785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806562" cy="1647851"/>
              <a:chOff x="0" y="0"/>
              <a:chExt cx="812800" cy="23066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23066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0665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0665"/>
                    </a:lnTo>
                    <a:lnTo>
                      <a:pt x="0" y="230665"/>
                    </a:lnTo>
                    <a:close/>
                  </a:path>
                </a:pathLst>
              </a:custGeom>
              <a:solidFill>
                <a:srgbClr val="C10404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19050"/>
                <a:ext cx="812800" cy="2497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94826" y="453050"/>
              <a:ext cx="5962026" cy="713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25"/>
                </a:lnSpc>
                <a:spcBef>
                  <a:spcPct val="0"/>
                </a:spcBef>
              </a:pPr>
              <a:r>
                <a:rPr lang="en-US" sz="3386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Flow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658425" y="8408263"/>
            <a:ext cx="2716848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JWT</a:t>
            </a:r>
          </a:p>
        </p:txBody>
      </p:sp>
      <p:sp>
        <p:nvSpPr>
          <p:cNvPr id="9" name="Freeform 9"/>
          <p:cNvSpPr/>
          <p:nvPr/>
        </p:nvSpPr>
        <p:spPr>
          <a:xfrm rot="9593">
            <a:off x="8946056" y="8379437"/>
            <a:ext cx="521838" cy="521838"/>
          </a:xfrm>
          <a:custGeom>
            <a:avLst/>
            <a:gdLst/>
            <a:ahLst/>
            <a:cxnLst/>
            <a:rect l="l" t="t" r="r" b="b"/>
            <a:pathLst>
              <a:path w="521838" h="521838">
                <a:moveTo>
                  <a:pt x="0" y="0"/>
                </a:moveTo>
                <a:lnTo>
                  <a:pt x="521838" y="0"/>
                </a:lnTo>
                <a:lnTo>
                  <a:pt x="521838" y="521838"/>
                </a:lnTo>
                <a:lnTo>
                  <a:pt x="0" y="5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9593">
            <a:off x="12474728" y="8379437"/>
            <a:ext cx="521838" cy="521838"/>
          </a:xfrm>
          <a:custGeom>
            <a:avLst/>
            <a:gdLst/>
            <a:ahLst/>
            <a:cxnLst/>
            <a:rect l="l" t="t" r="r" b="b"/>
            <a:pathLst>
              <a:path w="521838" h="521838">
                <a:moveTo>
                  <a:pt x="0" y="0"/>
                </a:moveTo>
                <a:lnTo>
                  <a:pt x="521838" y="0"/>
                </a:lnTo>
                <a:lnTo>
                  <a:pt x="521838" y="521838"/>
                </a:lnTo>
                <a:lnTo>
                  <a:pt x="0" y="5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87491" y="1327147"/>
            <a:ext cx="9208615" cy="933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Customers API</a:t>
            </a:r>
            <a:endParaRPr lang="en-US" sz="7200" b="1" dirty="0">
              <a:solidFill>
                <a:srgbClr val="1C191A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964680" y="8408263"/>
            <a:ext cx="2579319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Access API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91" y="2332690"/>
            <a:ext cx="15428909" cy="561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969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47774" y="8408263"/>
            <a:ext cx="3168727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Login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49160" y="8022412"/>
            <a:ext cx="4842639" cy="1235888"/>
            <a:chOff x="0" y="0"/>
            <a:chExt cx="6456852" cy="164785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806562" cy="1647851"/>
              <a:chOff x="0" y="0"/>
              <a:chExt cx="812800" cy="23066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23066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0665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0665"/>
                    </a:lnTo>
                    <a:lnTo>
                      <a:pt x="0" y="230665"/>
                    </a:lnTo>
                    <a:close/>
                  </a:path>
                </a:pathLst>
              </a:custGeom>
              <a:solidFill>
                <a:srgbClr val="C10404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19050"/>
                <a:ext cx="812800" cy="2497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94826" y="453050"/>
              <a:ext cx="5962026" cy="713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25"/>
                </a:lnSpc>
                <a:spcBef>
                  <a:spcPct val="0"/>
                </a:spcBef>
              </a:pPr>
              <a:r>
                <a:rPr lang="en-US" sz="3386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Flow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658425" y="8408263"/>
            <a:ext cx="2716848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JWT</a:t>
            </a:r>
          </a:p>
        </p:txBody>
      </p:sp>
      <p:sp>
        <p:nvSpPr>
          <p:cNvPr id="9" name="Freeform 9"/>
          <p:cNvSpPr/>
          <p:nvPr/>
        </p:nvSpPr>
        <p:spPr>
          <a:xfrm rot="9593">
            <a:off x="8946056" y="8379437"/>
            <a:ext cx="521838" cy="521838"/>
          </a:xfrm>
          <a:custGeom>
            <a:avLst/>
            <a:gdLst/>
            <a:ahLst/>
            <a:cxnLst/>
            <a:rect l="l" t="t" r="r" b="b"/>
            <a:pathLst>
              <a:path w="521838" h="521838">
                <a:moveTo>
                  <a:pt x="0" y="0"/>
                </a:moveTo>
                <a:lnTo>
                  <a:pt x="521838" y="0"/>
                </a:lnTo>
                <a:lnTo>
                  <a:pt x="521838" y="521838"/>
                </a:lnTo>
                <a:lnTo>
                  <a:pt x="0" y="5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9593">
            <a:off x="12474728" y="8379437"/>
            <a:ext cx="521838" cy="521838"/>
          </a:xfrm>
          <a:custGeom>
            <a:avLst/>
            <a:gdLst/>
            <a:ahLst/>
            <a:cxnLst/>
            <a:rect l="l" t="t" r="r" b="b"/>
            <a:pathLst>
              <a:path w="521838" h="521838">
                <a:moveTo>
                  <a:pt x="0" y="0"/>
                </a:moveTo>
                <a:lnTo>
                  <a:pt x="521838" y="0"/>
                </a:lnTo>
                <a:lnTo>
                  <a:pt x="521838" y="521838"/>
                </a:lnTo>
                <a:lnTo>
                  <a:pt x="0" y="5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87491" y="1327147"/>
            <a:ext cx="9208615" cy="933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Menus API</a:t>
            </a:r>
            <a:endParaRPr lang="en-US" sz="7200" b="1" dirty="0">
              <a:solidFill>
                <a:srgbClr val="1C191A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964680" y="8408263"/>
            <a:ext cx="2579319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Access API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90" y="2499375"/>
            <a:ext cx="15428909" cy="542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11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47774" y="8408263"/>
            <a:ext cx="3168727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Login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49160" y="8022412"/>
            <a:ext cx="4842639" cy="1235888"/>
            <a:chOff x="0" y="0"/>
            <a:chExt cx="6456852" cy="164785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806562" cy="1647851"/>
              <a:chOff x="0" y="0"/>
              <a:chExt cx="812800" cy="23066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23066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0665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0665"/>
                    </a:lnTo>
                    <a:lnTo>
                      <a:pt x="0" y="230665"/>
                    </a:lnTo>
                    <a:close/>
                  </a:path>
                </a:pathLst>
              </a:custGeom>
              <a:solidFill>
                <a:srgbClr val="C10404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19050"/>
                <a:ext cx="812800" cy="2497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94826" y="453050"/>
              <a:ext cx="5962026" cy="713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25"/>
                </a:lnSpc>
                <a:spcBef>
                  <a:spcPct val="0"/>
                </a:spcBef>
              </a:pPr>
              <a:r>
                <a:rPr lang="en-US" sz="3386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Flow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658425" y="8408263"/>
            <a:ext cx="2716848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JWT</a:t>
            </a:r>
          </a:p>
        </p:txBody>
      </p:sp>
      <p:sp>
        <p:nvSpPr>
          <p:cNvPr id="9" name="Freeform 9"/>
          <p:cNvSpPr/>
          <p:nvPr/>
        </p:nvSpPr>
        <p:spPr>
          <a:xfrm rot="9593">
            <a:off x="8946056" y="8379437"/>
            <a:ext cx="521838" cy="521838"/>
          </a:xfrm>
          <a:custGeom>
            <a:avLst/>
            <a:gdLst/>
            <a:ahLst/>
            <a:cxnLst/>
            <a:rect l="l" t="t" r="r" b="b"/>
            <a:pathLst>
              <a:path w="521838" h="521838">
                <a:moveTo>
                  <a:pt x="0" y="0"/>
                </a:moveTo>
                <a:lnTo>
                  <a:pt x="521838" y="0"/>
                </a:lnTo>
                <a:lnTo>
                  <a:pt x="521838" y="521838"/>
                </a:lnTo>
                <a:lnTo>
                  <a:pt x="0" y="5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9593">
            <a:off x="12474728" y="8379437"/>
            <a:ext cx="521838" cy="521838"/>
          </a:xfrm>
          <a:custGeom>
            <a:avLst/>
            <a:gdLst/>
            <a:ahLst/>
            <a:cxnLst/>
            <a:rect l="l" t="t" r="r" b="b"/>
            <a:pathLst>
              <a:path w="521838" h="521838">
                <a:moveTo>
                  <a:pt x="0" y="0"/>
                </a:moveTo>
                <a:lnTo>
                  <a:pt x="521838" y="0"/>
                </a:lnTo>
                <a:lnTo>
                  <a:pt x="521838" y="521838"/>
                </a:lnTo>
                <a:lnTo>
                  <a:pt x="0" y="5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87491" y="1327147"/>
            <a:ext cx="9208615" cy="933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Tables API</a:t>
            </a:r>
            <a:endParaRPr lang="en-US" sz="7200" b="1" dirty="0">
              <a:solidFill>
                <a:srgbClr val="1C191A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964680" y="8408263"/>
            <a:ext cx="2579319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Access API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92" y="2679115"/>
            <a:ext cx="15352708" cy="491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45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47774" y="8408263"/>
            <a:ext cx="3168727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Login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49160" y="8022412"/>
            <a:ext cx="4842639" cy="1235888"/>
            <a:chOff x="0" y="0"/>
            <a:chExt cx="6456852" cy="164785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806562" cy="1647851"/>
              <a:chOff x="0" y="0"/>
              <a:chExt cx="812800" cy="23066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23066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0665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0665"/>
                    </a:lnTo>
                    <a:lnTo>
                      <a:pt x="0" y="230665"/>
                    </a:lnTo>
                    <a:close/>
                  </a:path>
                </a:pathLst>
              </a:custGeom>
              <a:solidFill>
                <a:srgbClr val="C10404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19050"/>
                <a:ext cx="812800" cy="2497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94826" y="453050"/>
              <a:ext cx="5962026" cy="713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25"/>
                </a:lnSpc>
                <a:spcBef>
                  <a:spcPct val="0"/>
                </a:spcBef>
              </a:pPr>
              <a:r>
                <a:rPr lang="en-US" sz="3386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Flow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658425" y="8408263"/>
            <a:ext cx="2716848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JWT</a:t>
            </a:r>
          </a:p>
        </p:txBody>
      </p:sp>
      <p:sp>
        <p:nvSpPr>
          <p:cNvPr id="9" name="Freeform 9"/>
          <p:cNvSpPr/>
          <p:nvPr/>
        </p:nvSpPr>
        <p:spPr>
          <a:xfrm rot="9593">
            <a:off x="8946056" y="8379437"/>
            <a:ext cx="521838" cy="521838"/>
          </a:xfrm>
          <a:custGeom>
            <a:avLst/>
            <a:gdLst/>
            <a:ahLst/>
            <a:cxnLst/>
            <a:rect l="l" t="t" r="r" b="b"/>
            <a:pathLst>
              <a:path w="521838" h="521838">
                <a:moveTo>
                  <a:pt x="0" y="0"/>
                </a:moveTo>
                <a:lnTo>
                  <a:pt x="521838" y="0"/>
                </a:lnTo>
                <a:lnTo>
                  <a:pt x="521838" y="521838"/>
                </a:lnTo>
                <a:lnTo>
                  <a:pt x="0" y="5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9593">
            <a:off x="12474728" y="8379437"/>
            <a:ext cx="521838" cy="521838"/>
          </a:xfrm>
          <a:custGeom>
            <a:avLst/>
            <a:gdLst/>
            <a:ahLst/>
            <a:cxnLst/>
            <a:rect l="l" t="t" r="r" b="b"/>
            <a:pathLst>
              <a:path w="521838" h="521838">
                <a:moveTo>
                  <a:pt x="0" y="0"/>
                </a:moveTo>
                <a:lnTo>
                  <a:pt x="521838" y="0"/>
                </a:lnTo>
                <a:lnTo>
                  <a:pt x="521838" y="521838"/>
                </a:lnTo>
                <a:lnTo>
                  <a:pt x="0" y="5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87491" y="1327147"/>
            <a:ext cx="9208615" cy="933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Reservations API</a:t>
            </a:r>
            <a:endParaRPr lang="en-US" sz="7200" b="1" dirty="0">
              <a:solidFill>
                <a:srgbClr val="1C191A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964680" y="8408263"/>
            <a:ext cx="2579319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Access API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91" y="2654261"/>
            <a:ext cx="15428909" cy="494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163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47774" y="8408263"/>
            <a:ext cx="3168727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Login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49160" y="8022412"/>
            <a:ext cx="4842639" cy="1235888"/>
            <a:chOff x="0" y="0"/>
            <a:chExt cx="6456852" cy="164785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806562" cy="1647851"/>
              <a:chOff x="0" y="0"/>
              <a:chExt cx="812800" cy="23066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23066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0665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0665"/>
                    </a:lnTo>
                    <a:lnTo>
                      <a:pt x="0" y="230665"/>
                    </a:lnTo>
                    <a:close/>
                  </a:path>
                </a:pathLst>
              </a:custGeom>
              <a:solidFill>
                <a:srgbClr val="C10404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19050"/>
                <a:ext cx="812800" cy="2497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3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94826" y="453050"/>
              <a:ext cx="5962026" cy="713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25"/>
                </a:lnSpc>
                <a:spcBef>
                  <a:spcPct val="0"/>
                </a:spcBef>
              </a:pPr>
              <a:r>
                <a:rPr lang="en-US" sz="3386" b="1">
                  <a:solidFill>
                    <a:srgbClr val="FFFFFF"/>
                  </a:solidFill>
                  <a:latin typeface="Codec Pro Ultra-Bold"/>
                  <a:ea typeface="Codec Pro Ultra-Bold"/>
                  <a:cs typeface="Codec Pro Ultra-Bold"/>
                  <a:sym typeface="Codec Pro Ultra-Bold"/>
                </a:rPr>
                <a:t>Flow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658425" y="8408263"/>
            <a:ext cx="2716848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JWT</a:t>
            </a:r>
          </a:p>
        </p:txBody>
      </p:sp>
      <p:sp>
        <p:nvSpPr>
          <p:cNvPr id="9" name="Freeform 9"/>
          <p:cNvSpPr/>
          <p:nvPr/>
        </p:nvSpPr>
        <p:spPr>
          <a:xfrm rot="9593">
            <a:off x="8946056" y="8379437"/>
            <a:ext cx="521838" cy="521838"/>
          </a:xfrm>
          <a:custGeom>
            <a:avLst/>
            <a:gdLst/>
            <a:ahLst/>
            <a:cxnLst/>
            <a:rect l="l" t="t" r="r" b="b"/>
            <a:pathLst>
              <a:path w="521838" h="521838">
                <a:moveTo>
                  <a:pt x="0" y="0"/>
                </a:moveTo>
                <a:lnTo>
                  <a:pt x="521838" y="0"/>
                </a:lnTo>
                <a:lnTo>
                  <a:pt x="521838" y="521838"/>
                </a:lnTo>
                <a:lnTo>
                  <a:pt x="0" y="5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9593">
            <a:off x="12474728" y="8379437"/>
            <a:ext cx="521838" cy="521838"/>
          </a:xfrm>
          <a:custGeom>
            <a:avLst/>
            <a:gdLst/>
            <a:ahLst/>
            <a:cxnLst/>
            <a:rect l="l" t="t" r="r" b="b"/>
            <a:pathLst>
              <a:path w="521838" h="521838">
                <a:moveTo>
                  <a:pt x="0" y="0"/>
                </a:moveTo>
                <a:lnTo>
                  <a:pt x="521838" y="0"/>
                </a:lnTo>
                <a:lnTo>
                  <a:pt x="521838" y="521838"/>
                </a:lnTo>
                <a:lnTo>
                  <a:pt x="0" y="521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87491" y="1327147"/>
            <a:ext cx="1247718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b="1" dirty="0" smtClean="0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Reservation Orders API</a:t>
            </a:r>
            <a:endParaRPr lang="en-US" sz="7200" b="1" dirty="0">
              <a:solidFill>
                <a:srgbClr val="1C191A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964680" y="8408263"/>
            <a:ext cx="2579319" cy="44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Access API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931" y="3314700"/>
            <a:ext cx="1561737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09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42139" y="1579563"/>
            <a:ext cx="14203723" cy="1078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  <a:spcBef>
                <a:spcPct val="0"/>
              </a:spcBef>
            </a:pPr>
            <a:r>
              <a:rPr lang="en-US" sz="7200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Deployment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458565" y="4905514"/>
            <a:ext cx="3526424" cy="1281257"/>
            <a:chOff x="0" y="0"/>
            <a:chExt cx="928770" cy="3374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8770" cy="337450"/>
            </a:xfrm>
            <a:custGeom>
              <a:avLst/>
              <a:gdLst/>
              <a:ahLst/>
              <a:cxnLst/>
              <a:rect l="l" t="t" r="r" b="b"/>
              <a:pathLst>
                <a:path w="928770" h="337450">
                  <a:moveTo>
                    <a:pt x="160264" y="0"/>
                  </a:moveTo>
                  <a:lnTo>
                    <a:pt x="768506" y="0"/>
                  </a:lnTo>
                  <a:cubicBezTo>
                    <a:pt x="857017" y="0"/>
                    <a:pt x="928770" y="71753"/>
                    <a:pt x="928770" y="160264"/>
                  </a:cubicBezTo>
                  <a:lnTo>
                    <a:pt x="928770" y="177186"/>
                  </a:lnTo>
                  <a:cubicBezTo>
                    <a:pt x="928770" y="265698"/>
                    <a:pt x="857017" y="337450"/>
                    <a:pt x="768506" y="337450"/>
                  </a:cubicBezTo>
                  <a:lnTo>
                    <a:pt x="160264" y="337450"/>
                  </a:lnTo>
                  <a:cubicBezTo>
                    <a:pt x="71753" y="337450"/>
                    <a:pt x="0" y="265698"/>
                    <a:pt x="0" y="177186"/>
                  </a:cubicBezTo>
                  <a:lnTo>
                    <a:pt x="0" y="160264"/>
                  </a:lnTo>
                  <a:cubicBezTo>
                    <a:pt x="0" y="71753"/>
                    <a:pt x="71753" y="0"/>
                    <a:pt x="160264" y="0"/>
                  </a:cubicBezTo>
                  <a:close/>
                </a:path>
              </a:pathLst>
            </a:custGeom>
            <a:ln w="19050" cap="rnd">
              <a:solidFill>
                <a:srgbClr val="1C191A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76200"/>
              <a:ext cx="928770" cy="413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pc="-39" dirty="0" err="1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Github</a:t>
              </a:r>
              <a:endParaRPr lang="en-US" sz="1999" spc="-39" dirty="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872529" y="4905514"/>
            <a:ext cx="3526424" cy="1281257"/>
            <a:chOff x="0" y="0"/>
            <a:chExt cx="928770" cy="3374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28770" cy="337450"/>
            </a:xfrm>
            <a:custGeom>
              <a:avLst/>
              <a:gdLst/>
              <a:ahLst/>
              <a:cxnLst/>
              <a:rect l="l" t="t" r="r" b="b"/>
              <a:pathLst>
                <a:path w="928770" h="337450">
                  <a:moveTo>
                    <a:pt x="160264" y="0"/>
                  </a:moveTo>
                  <a:lnTo>
                    <a:pt x="768506" y="0"/>
                  </a:lnTo>
                  <a:cubicBezTo>
                    <a:pt x="857017" y="0"/>
                    <a:pt x="928770" y="71753"/>
                    <a:pt x="928770" y="160264"/>
                  </a:cubicBezTo>
                  <a:lnTo>
                    <a:pt x="928770" y="177186"/>
                  </a:lnTo>
                  <a:cubicBezTo>
                    <a:pt x="928770" y="265698"/>
                    <a:pt x="857017" y="337450"/>
                    <a:pt x="768506" y="337450"/>
                  </a:cubicBezTo>
                  <a:lnTo>
                    <a:pt x="160264" y="337450"/>
                  </a:lnTo>
                  <a:cubicBezTo>
                    <a:pt x="71753" y="337450"/>
                    <a:pt x="0" y="265698"/>
                    <a:pt x="0" y="177186"/>
                  </a:cubicBezTo>
                  <a:lnTo>
                    <a:pt x="0" y="160264"/>
                  </a:lnTo>
                  <a:cubicBezTo>
                    <a:pt x="0" y="71753"/>
                    <a:pt x="71753" y="0"/>
                    <a:pt x="16026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91A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928770" cy="413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pc="-39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Build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6492" y="4905514"/>
            <a:ext cx="2708839" cy="1281257"/>
            <a:chOff x="0" y="0"/>
            <a:chExt cx="713439" cy="3374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3439" cy="337450"/>
            </a:xfrm>
            <a:custGeom>
              <a:avLst/>
              <a:gdLst/>
              <a:ahLst/>
              <a:cxnLst/>
              <a:rect l="l" t="t" r="r" b="b"/>
              <a:pathLst>
                <a:path w="713439" h="337450">
                  <a:moveTo>
                    <a:pt x="168725" y="0"/>
                  </a:moveTo>
                  <a:lnTo>
                    <a:pt x="544714" y="0"/>
                  </a:lnTo>
                  <a:cubicBezTo>
                    <a:pt x="589463" y="0"/>
                    <a:pt x="632379" y="17776"/>
                    <a:pt x="664021" y="49418"/>
                  </a:cubicBezTo>
                  <a:cubicBezTo>
                    <a:pt x="695663" y="81061"/>
                    <a:pt x="713439" y="123977"/>
                    <a:pt x="713439" y="168725"/>
                  </a:cubicBezTo>
                  <a:lnTo>
                    <a:pt x="713439" y="168725"/>
                  </a:lnTo>
                  <a:cubicBezTo>
                    <a:pt x="713439" y="261910"/>
                    <a:pt x="637898" y="337450"/>
                    <a:pt x="544714" y="337450"/>
                  </a:cubicBezTo>
                  <a:lnTo>
                    <a:pt x="168725" y="337450"/>
                  </a:lnTo>
                  <a:cubicBezTo>
                    <a:pt x="123977" y="337450"/>
                    <a:pt x="81061" y="319674"/>
                    <a:pt x="49418" y="288032"/>
                  </a:cubicBezTo>
                  <a:cubicBezTo>
                    <a:pt x="17776" y="256390"/>
                    <a:pt x="0" y="213474"/>
                    <a:pt x="0" y="168725"/>
                  </a:cubicBezTo>
                  <a:lnTo>
                    <a:pt x="0" y="168725"/>
                  </a:lnTo>
                  <a:cubicBezTo>
                    <a:pt x="0" y="123977"/>
                    <a:pt x="17776" y="81061"/>
                    <a:pt x="49418" y="49418"/>
                  </a:cubicBezTo>
                  <a:cubicBezTo>
                    <a:pt x="81061" y="17776"/>
                    <a:pt x="123977" y="0"/>
                    <a:pt x="168725" y="0"/>
                  </a:cubicBezTo>
                  <a:close/>
                </a:path>
              </a:pathLst>
            </a:custGeom>
            <a:ln w="19050" cap="rnd">
              <a:solidFill>
                <a:srgbClr val="1C191A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713439" cy="413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pc="-39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Railway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82871" y="4905514"/>
            <a:ext cx="3376429" cy="1281257"/>
            <a:chOff x="0" y="0"/>
            <a:chExt cx="889265" cy="3374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9265" cy="337450"/>
            </a:xfrm>
            <a:custGeom>
              <a:avLst/>
              <a:gdLst/>
              <a:ahLst/>
              <a:cxnLst/>
              <a:rect l="l" t="t" r="r" b="b"/>
              <a:pathLst>
                <a:path w="889265" h="337450">
                  <a:moveTo>
                    <a:pt x="167384" y="0"/>
                  </a:moveTo>
                  <a:lnTo>
                    <a:pt x="721881" y="0"/>
                  </a:lnTo>
                  <a:cubicBezTo>
                    <a:pt x="814325" y="0"/>
                    <a:pt x="889265" y="74940"/>
                    <a:pt x="889265" y="167384"/>
                  </a:cubicBezTo>
                  <a:lnTo>
                    <a:pt x="889265" y="170066"/>
                  </a:lnTo>
                  <a:cubicBezTo>
                    <a:pt x="889265" y="262510"/>
                    <a:pt x="814325" y="337450"/>
                    <a:pt x="721881" y="337450"/>
                  </a:cubicBezTo>
                  <a:lnTo>
                    <a:pt x="167384" y="337450"/>
                  </a:lnTo>
                  <a:cubicBezTo>
                    <a:pt x="122991" y="337450"/>
                    <a:pt x="80416" y="319815"/>
                    <a:pt x="49026" y="288425"/>
                  </a:cubicBezTo>
                  <a:cubicBezTo>
                    <a:pt x="17635" y="257034"/>
                    <a:pt x="0" y="214459"/>
                    <a:pt x="0" y="170066"/>
                  </a:cubicBezTo>
                  <a:lnTo>
                    <a:pt x="0" y="167384"/>
                  </a:lnTo>
                  <a:cubicBezTo>
                    <a:pt x="0" y="74940"/>
                    <a:pt x="74940" y="0"/>
                    <a:pt x="167384" y="0"/>
                  </a:cubicBezTo>
                  <a:close/>
                </a:path>
              </a:pathLst>
            </a:custGeom>
            <a:ln w="19050" cap="rnd">
              <a:solidFill>
                <a:srgbClr val="1C191A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889265" cy="413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pc="-39">
                  <a:solidFill>
                    <a:srgbClr val="000000"/>
                  </a:solidFill>
                  <a:latin typeface="Codec Pro"/>
                  <a:ea typeface="Codec Pro"/>
                  <a:cs typeface="Codec Pro"/>
                  <a:sym typeface="Codec Pro"/>
                </a:rPr>
                <a:t>Public API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984989" y="5546143"/>
            <a:ext cx="887540" cy="0"/>
          </a:xfrm>
          <a:prstGeom prst="line">
            <a:avLst/>
          </a:prstGeom>
          <a:ln w="19050" cap="flat">
            <a:solidFill>
              <a:srgbClr val="1C19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9398952" y="5546143"/>
            <a:ext cx="887540" cy="0"/>
          </a:xfrm>
          <a:prstGeom prst="line">
            <a:avLst/>
          </a:prstGeom>
          <a:ln w="19050" cap="flat">
            <a:solidFill>
              <a:srgbClr val="1C19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12995331" y="5555668"/>
            <a:ext cx="887540" cy="0"/>
          </a:xfrm>
          <a:prstGeom prst="line">
            <a:avLst/>
          </a:prstGeom>
          <a:ln w="19050" cap="flat">
            <a:solidFill>
              <a:srgbClr val="1C191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 rot="-10658011">
            <a:off x="14569964" y="8348173"/>
            <a:ext cx="24289370" cy="9539098"/>
          </a:xfrm>
          <a:custGeom>
            <a:avLst/>
            <a:gdLst/>
            <a:ahLst/>
            <a:cxnLst/>
            <a:rect l="l" t="t" r="r" b="b"/>
            <a:pathLst>
              <a:path w="24289370" h="9539098">
                <a:moveTo>
                  <a:pt x="0" y="0"/>
                </a:moveTo>
                <a:lnTo>
                  <a:pt x="24289370" y="0"/>
                </a:lnTo>
                <a:lnTo>
                  <a:pt x="24289370" y="9539099"/>
                </a:lnTo>
                <a:lnTo>
                  <a:pt x="0" y="9539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-2700000">
            <a:off x="-10686120" y="-8710047"/>
            <a:ext cx="24289370" cy="9539098"/>
          </a:xfrm>
          <a:custGeom>
            <a:avLst/>
            <a:gdLst/>
            <a:ahLst/>
            <a:cxnLst/>
            <a:rect l="l" t="t" r="r" b="b"/>
            <a:pathLst>
              <a:path w="24289370" h="9539098">
                <a:moveTo>
                  <a:pt x="0" y="0"/>
                </a:moveTo>
                <a:lnTo>
                  <a:pt x="24289370" y="0"/>
                </a:lnTo>
                <a:lnTo>
                  <a:pt x="24289370" y="9539099"/>
                </a:lnTo>
                <a:lnTo>
                  <a:pt x="0" y="95390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000"/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127958" y="7532656"/>
            <a:ext cx="6032085" cy="60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1"/>
              </a:lnSpc>
            </a:pPr>
            <a:r>
              <a:rPr lang="en-US" sz="3819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Database : PostgreSQL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098276" y="1212141"/>
            <a:ext cx="16413174" cy="8198559"/>
            <a:chOff x="0" y="0"/>
            <a:chExt cx="2288640" cy="1143201"/>
          </a:xfrm>
        </p:grpSpPr>
        <p:sp>
          <p:nvSpPr>
            <p:cNvPr id="3" name="Freeform 3"/>
            <p:cNvSpPr/>
            <p:nvPr/>
          </p:nvSpPr>
          <p:spPr>
            <a:xfrm rot="-6517113">
              <a:off x="237292" y="-695324"/>
              <a:ext cx="1814057" cy="2533849"/>
            </a:xfrm>
            <a:custGeom>
              <a:avLst/>
              <a:gdLst/>
              <a:ahLst/>
              <a:cxnLst/>
              <a:rect l="l" t="t" r="r" b="b"/>
              <a:pathLst>
                <a:path w="1814057" h="2533849">
                  <a:moveTo>
                    <a:pt x="1814056" y="364985"/>
                  </a:moveTo>
                  <a:lnTo>
                    <a:pt x="1083371" y="2533849"/>
                  </a:lnTo>
                  <a:lnTo>
                    <a:pt x="0" y="2168864"/>
                  </a:lnTo>
                  <a:lnTo>
                    <a:pt x="730685" y="0"/>
                  </a:lnTo>
                  <a:close/>
                </a:path>
              </a:pathLst>
            </a:custGeom>
            <a:blipFill>
              <a:blip r:embed="rId2">
                <a:alphaModFix amt="69000"/>
              </a:blip>
              <a:stretch>
                <a:fillRect l="-61645" r="-19401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28950" y="1028700"/>
            <a:ext cx="16413174" cy="8198559"/>
            <a:chOff x="0" y="0"/>
            <a:chExt cx="2288640" cy="1143201"/>
          </a:xfrm>
        </p:grpSpPr>
        <p:sp>
          <p:nvSpPr>
            <p:cNvPr id="5" name="Freeform 5"/>
            <p:cNvSpPr/>
            <p:nvPr/>
          </p:nvSpPr>
          <p:spPr>
            <a:xfrm rot="-6517113">
              <a:off x="237292" y="-695324"/>
              <a:ext cx="1814057" cy="2533849"/>
            </a:xfrm>
            <a:custGeom>
              <a:avLst/>
              <a:gdLst/>
              <a:ahLst/>
              <a:cxnLst/>
              <a:rect l="l" t="t" r="r" b="b"/>
              <a:pathLst>
                <a:path w="1814057" h="2533849">
                  <a:moveTo>
                    <a:pt x="1814056" y="364985"/>
                  </a:moveTo>
                  <a:lnTo>
                    <a:pt x="1083371" y="2533849"/>
                  </a:lnTo>
                  <a:lnTo>
                    <a:pt x="0" y="2168864"/>
                  </a:lnTo>
                  <a:lnTo>
                    <a:pt x="730685" y="0"/>
                  </a:lnTo>
                  <a:close/>
                </a:path>
              </a:pathLst>
            </a:custGeom>
            <a:blipFill>
              <a:blip r:embed="rId2">
                <a:alphaModFix amt="69000"/>
              </a:blip>
              <a:stretch>
                <a:fillRect l="-61645" r="-19401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2335109">
            <a:off x="5669978" y="1916091"/>
            <a:ext cx="6948044" cy="5975318"/>
          </a:xfrm>
          <a:custGeom>
            <a:avLst/>
            <a:gdLst/>
            <a:ahLst/>
            <a:cxnLst/>
            <a:rect l="l" t="t" r="r" b="b"/>
            <a:pathLst>
              <a:path w="6948044" h="5975318">
                <a:moveTo>
                  <a:pt x="0" y="0"/>
                </a:moveTo>
                <a:lnTo>
                  <a:pt x="6948044" y="0"/>
                </a:lnTo>
                <a:lnTo>
                  <a:pt x="6948044" y="5975318"/>
                </a:lnTo>
                <a:lnTo>
                  <a:pt x="0" y="597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644736" y="4079557"/>
            <a:ext cx="10998529" cy="1794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DEMO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65563" y="3586304"/>
            <a:ext cx="7077683" cy="5251451"/>
            <a:chOff x="0" y="0"/>
            <a:chExt cx="1864081" cy="13830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4081" cy="1383098"/>
            </a:xfrm>
            <a:custGeom>
              <a:avLst/>
              <a:gdLst/>
              <a:ahLst/>
              <a:cxnLst/>
              <a:rect l="l" t="t" r="r" b="b"/>
              <a:pathLst>
                <a:path w="1864081" h="1383098">
                  <a:moveTo>
                    <a:pt x="26252" y="0"/>
                  </a:moveTo>
                  <a:lnTo>
                    <a:pt x="1837829" y="0"/>
                  </a:lnTo>
                  <a:cubicBezTo>
                    <a:pt x="1852328" y="0"/>
                    <a:pt x="1864081" y="11754"/>
                    <a:pt x="1864081" y="26252"/>
                  </a:cubicBezTo>
                  <a:lnTo>
                    <a:pt x="1864081" y="1356846"/>
                  </a:lnTo>
                  <a:cubicBezTo>
                    <a:pt x="1864081" y="1371345"/>
                    <a:pt x="1852328" y="1383098"/>
                    <a:pt x="1837829" y="1383098"/>
                  </a:cubicBezTo>
                  <a:lnTo>
                    <a:pt x="26252" y="1383098"/>
                  </a:lnTo>
                  <a:cubicBezTo>
                    <a:pt x="11754" y="1383098"/>
                    <a:pt x="0" y="1371345"/>
                    <a:pt x="0" y="1356846"/>
                  </a:cubicBezTo>
                  <a:lnTo>
                    <a:pt x="0" y="26252"/>
                  </a:lnTo>
                  <a:cubicBezTo>
                    <a:pt x="0" y="11754"/>
                    <a:pt x="11754" y="0"/>
                    <a:pt x="26252" y="0"/>
                  </a:cubicBezTo>
                  <a:close/>
                </a:path>
              </a:pathLst>
            </a:custGeom>
            <a:ln w="19050" cap="rnd">
              <a:solidFill>
                <a:srgbClr val="1C191A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864081" cy="1459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30442" y="3586304"/>
            <a:ext cx="4944350" cy="5251451"/>
            <a:chOff x="0" y="0"/>
            <a:chExt cx="1302216" cy="13830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02216" cy="1383098"/>
            </a:xfrm>
            <a:custGeom>
              <a:avLst/>
              <a:gdLst/>
              <a:ahLst/>
              <a:cxnLst/>
              <a:rect l="l" t="t" r="r" b="b"/>
              <a:pathLst>
                <a:path w="1302216" h="1383098">
                  <a:moveTo>
                    <a:pt x="37579" y="0"/>
                  </a:moveTo>
                  <a:lnTo>
                    <a:pt x="1264636" y="0"/>
                  </a:lnTo>
                  <a:cubicBezTo>
                    <a:pt x="1285391" y="0"/>
                    <a:pt x="1302216" y="16825"/>
                    <a:pt x="1302216" y="37579"/>
                  </a:cubicBezTo>
                  <a:lnTo>
                    <a:pt x="1302216" y="1345519"/>
                  </a:lnTo>
                  <a:cubicBezTo>
                    <a:pt x="1302216" y="1366273"/>
                    <a:pt x="1285391" y="1383098"/>
                    <a:pt x="1264636" y="1383098"/>
                  </a:cubicBezTo>
                  <a:lnTo>
                    <a:pt x="37579" y="1383098"/>
                  </a:lnTo>
                  <a:cubicBezTo>
                    <a:pt x="16825" y="1383098"/>
                    <a:pt x="0" y="1366273"/>
                    <a:pt x="0" y="1345519"/>
                  </a:cubicBezTo>
                  <a:lnTo>
                    <a:pt x="0" y="37579"/>
                  </a:lnTo>
                  <a:cubicBezTo>
                    <a:pt x="0" y="16825"/>
                    <a:pt x="16825" y="0"/>
                    <a:pt x="3757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1C191A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302216" cy="1459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993282" y="5265925"/>
            <a:ext cx="4032717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5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Kesimpulan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58161" y="5042088"/>
            <a:ext cx="4032717" cy="97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599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Future Enhancement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93282" y="6126668"/>
            <a:ext cx="5952717" cy="213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Sist</a:t>
            </a:r>
            <a:r>
              <a:rPr lang="en-US" sz="1999" u="none" strike="noStrike" spc="-39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em reservasi terpusat dengan API yang aman dan terstruktur</a:t>
            </a: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 spc="-39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Mempermudah pemesanan pelanggan &amp; operasional restoran</a:t>
            </a: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 spc="-39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Siap di-deploy dan scalable di production</a:t>
            </a:r>
          </a:p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endParaRPr lang="en-US" sz="1999" u="none" strike="noStrike" spc="-39">
              <a:solidFill>
                <a:srgbClr val="1C191A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558161" y="6126668"/>
            <a:ext cx="4032717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39" dirty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Dashb</a:t>
            </a:r>
            <a:r>
              <a:rPr lang="en-US" sz="1999" u="none" strike="noStrike" spc="-39" dirty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oard admin &amp; </a:t>
            </a:r>
            <a:r>
              <a:rPr lang="en-US" sz="1999" u="none" strike="noStrike" spc="-39" dirty="0" err="1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staf</a:t>
            </a:r>
            <a:endParaRPr lang="en-US" sz="1999" u="none" strike="noStrike" spc="-39" dirty="0">
              <a:solidFill>
                <a:srgbClr val="1C191A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 spc="-39" dirty="0" err="1" smtClean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Notifikasi</a:t>
            </a:r>
            <a:r>
              <a:rPr lang="en-US" sz="1999" u="none" strike="noStrike" spc="-39" dirty="0" smtClean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99" u="none" strike="noStrike" spc="-39" dirty="0" err="1" smtClean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reservasi</a:t>
            </a:r>
            <a:r>
              <a:rPr lang="en-US" sz="1999" spc="-39" dirty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99" u="none" strike="noStrike" spc="-39" dirty="0" err="1" smtClean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baru</a:t>
            </a:r>
            <a:r>
              <a:rPr lang="en-US" sz="1999" u="none" strike="noStrike" spc="-39" dirty="0" smtClean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&amp; </a:t>
            </a:r>
            <a:r>
              <a:rPr lang="en-US" sz="1999" u="none" strike="noStrike" spc="-39" dirty="0" err="1" smtClean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perubahan</a:t>
            </a:r>
            <a:r>
              <a:rPr lang="en-US" sz="1999" u="none" strike="noStrike" spc="-39" dirty="0" smtClean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status </a:t>
            </a:r>
            <a:r>
              <a:rPr lang="en-US" sz="1999" u="none" strike="noStrike" spc="-39" dirty="0" err="1" smtClean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reservasi</a:t>
            </a:r>
            <a:endParaRPr lang="en-US" sz="1999" u="none" strike="noStrike" spc="-39" dirty="0">
              <a:solidFill>
                <a:srgbClr val="1C191A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431799" lvl="1" indent="-215899" algn="l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u="none" strike="noStrike" spc="-39" dirty="0" err="1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Pengaturan</a:t>
            </a:r>
            <a:r>
              <a:rPr lang="en-US" sz="1999" u="none" strike="noStrike" spc="-39" dirty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jam </a:t>
            </a:r>
            <a:r>
              <a:rPr lang="en-US" sz="1999" u="none" strike="noStrike" spc="-39" dirty="0" err="1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operasional</a:t>
            </a:r>
            <a:r>
              <a:rPr lang="en-US" sz="1999" u="none" strike="noStrike" spc="-39" dirty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&amp; </a:t>
            </a:r>
            <a:r>
              <a:rPr lang="en-US" sz="1999" u="none" strike="noStrike" spc="-39" dirty="0" err="1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hari</a:t>
            </a:r>
            <a:r>
              <a:rPr lang="en-US" sz="1999" u="none" strike="noStrike" spc="-39" dirty="0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1999" u="none" strike="noStrike" spc="-39" dirty="0" err="1">
                <a:solidFill>
                  <a:srgbClr val="1C191A"/>
                </a:solidFill>
                <a:latin typeface="Codec Pro"/>
                <a:ea typeface="Codec Pro"/>
                <a:cs typeface="Codec Pro"/>
                <a:sym typeface="Codec Pro"/>
              </a:rPr>
              <a:t>libur</a:t>
            </a:r>
            <a:endParaRPr lang="en-US" sz="1999" u="none" strike="noStrike" spc="-39" dirty="0">
              <a:solidFill>
                <a:srgbClr val="1C191A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endParaRPr lang="en-US" sz="1999" u="none" strike="noStrike" spc="-39" dirty="0">
              <a:solidFill>
                <a:srgbClr val="1C191A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465563" y="1579563"/>
            <a:ext cx="13356873" cy="1078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00"/>
              </a:lnSpc>
              <a:spcBef>
                <a:spcPct val="0"/>
              </a:spcBef>
            </a:pPr>
            <a:r>
              <a:rPr lang="en-US" sz="7200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93282" y="4177879"/>
            <a:ext cx="1444016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00"/>
              </a:lnSpc>
              <a:spcBef>
                <a:spcPct val="0"/>
              </a:spcBef>
            </a:pPr>
            <a:r>
              <a:rPr lang="en-US" sz="3600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</a:t>
            </a:r>
            <a:r>
              <a:rPr lang="en-US" sz="3600" b="1" u="none" strike="noStrike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58161" y="4177879"/>
            <a:ext cx="1444016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00"/>
              </a:lnSpc>
              <a:spcBef>
                <a:spcPct val="0"/>
              </a:spcBef>
            </a:pPr>
            <a:r>
              <a:rPr lang="en-US" sz="3600" b="1">
                <a:solidFill>
                  <a:srgbClr val="C10404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2319031" cy="1415093"/>
          </a:xfrm>
          <a:custGeom>
            <a:avLst/>
            <a:gdLst/>
            <a:ahLst/>
            <a:cxnLst/>
            <a:rect l="l" t="t" r="r" b="b"/>
            <a:pathLst>
              <a:path w="2319031" h="1415093">
                <a:moveTo>
                  <a:pt x="0" y="0"/>
                </a:moveTo>
                <a:lnTo>
                  <a:pt x="2319031" y="0"/>
                </a:lnTo>
                <a:lnTo>
                  <a:pt x="2319031" y="1415093"/>
                </a:lnTo>
                <a:lnTo>
                  <a:pt x="0" y="1415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02355" y="5657755"/>
            <a:ext cx="9577314" cy="178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 b="1">
                <a:solidFill>
                  <a:srgbClr val="1C191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1784271" flipH="1">
            <a:off x="8053774" y="-6094734"/>
            <a:ext cx="13130649" cy="14050305"/>
          </a:xfrm>
          <a:custGeom>
            <a:avLst/>
            <a:gdLst/>
            <a:ahLst/>
            <a:cxnLst/>
            <a:rect l="l" t="t" r="r" b="b"/>
            <a:pathLst>
              <a:path w="13130649" h="14050305">
                <a:moveTo>
                  <a:pt x="13130649" y="0"/>
                </a:moveTo>
                <a:lnTo>
                  <a:pt x="0" y="0"/>
                </a:lnTo>
                <a:lnTo>
                  <a:pt x="0" y="14050305"/>
                </a:lnTo>
                <a:lnTo>
                  <a:pt x="13130649" y="14050305"/>
                </a:lnTo>
                <a:lnTo>
                  <a:pt x="1313064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02355" y="8875395"/>
            <a:ext cx="8457083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 b="1">
                <a:solidFill>
                  <a:srgbClr val="0B13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By Xixillia Sunaryo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163</Words>
  <Application>Microsoft Office PowerPoint</Application>
  <PresentationFormat>Custom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Codec Pro Light</vt:lpstr>
      <vt:lpstr>Codec Pro Ultra-Bold</vt:lpstr>
      <vt:lpstr>Arial</vt:lpstr>
      <vt:lpstr>Codec Pro Bold</vt:lpstr>
      <vt:lpstr>Codec Pro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Sancai Reservation System</dc:title>
  <cp:lastModifiedBy>Xixillia Sunaryo</cp:lastModifiedBy>
  <cp:revision>5</cp:revision>
  <dcterms:created xsi:type="dcterms:W3CDTF">2006-08-16T00:00:00Z</dcterms:created>
  <dcterms:modified xsi:type="dcterms:W3CDTF">2026-02-20T09:52:09Z</dcterms:modified>
  <dc:identifier>DAHBxgbXciA</dc:identifier>
</cp:coreProperties>
</file>